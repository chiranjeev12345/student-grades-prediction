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65" d="100"/>
          <a:sy n="65" d="100"/>
        </p:scale>
        <p:origin x="700" y="6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图片"/>
          <p:cNvPicPr>
            <a:picLocks noChangeAspect="1"/>
          </p:cNvPicPr>
          <p:nvPr/>
        </p:nvPicPr>
        <p:blipFill>
          <a:blip r:embed="rId2">
            <a:alphaModFix/>
          </a:blip>
          <a:srcRect/>
          <a:stretch>
            <a:fillRect/>
          </a:stretch>
        </p:blipFill>
        <p:spPr>
          <a:xfrm>
            <a:off x="0" y="0"/>
            <a:ext cx="12192000" cy="6865954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图片"/>
          <p:cNvPicPr>
            <a:picLocks noChangeAspect="1"/>
          </p:cNvPicPr>
          <p:nvPr/>
        </p:nvPicPr>
        <p:blipFill>
          <a:blip r:embed="rId2">
            <a:alphaModFix/>
          </a:blip>
          <a:srcRect/>
          <a:stretch>
            <a:fillRect/>
          </a:stretch>
        </p:blipFill>
        <p:spPr>
          <a:xfrm>
            <a:off x="0" y="1390"/>
            <a:ext cx="12192000" cy="685522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图片"/>
          <p:cNvPicPr>
            <a:picLocks noChangeAspect="1"/>
          </p:cNvPicPr>
          <p:nvPr/>
        </p:nvPicPr>
        <p:blipFill>
          <a:blip r:embed="rId2">
            <a:alphaModFix/>
          </a:blip>
          <a:srcRect/>
          <a:stretch>
            <a:fillRect/>
          </a:stretch>
        </p:blipFill>
        <p:spPr>
          <a:xfrm>
            <a:off x="0" y="1390"/>
            <a:ext cx="12192000" cy="685522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图片"/>
          <p:cNvPicPr>
            <a:picLocks noChangeAspect="1"/>
          </p:cNvPicPr>
          <p:nvPr/>
        </p:nvPicPr>
        <p:blipFill>
          <a:blip r:embed="rId2">
            <a:alphaModFix/>
          </a:blip>
          <a:srcRect/>
          <a:stretch>
            <a:fillRect/>
          </a:stretch>
        </p:blipFill>
        <p:spPr>
          <a:xfrm>
            <a:off x="0" y="1390"/>
            <a:ext cx="12192000" cy="685522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图片"/>
          <p:cNvPicPr>
            <a:picLocks noChangeAspect="1"/>
          </p:cNvPicPr>
          <p:nvPr/>
        </p:nvPicPr>
        <p:blipFill>
          <a:blip r:embed="rId2">
            <a:alphaModFix/>
          </a:blip>
          <a:srcRect/>
          <a:stretch>
            <a:fillRect/>
          </a:stretch>
        </p:blipFill>
        <p:spPr>
          <a:xfrm>
            <a:off x="0" y="1390"/>
            <a:ext cx="12192000" cy="685522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图片"/>
          <p:cNvPicPr>
            <a:picLocks noChangeAspect="1"/>
          </p:cNvPicPr>
          <p:nvPr/>
        </p:nvPicPr>
        <p:blipFill>
          <a:blip r:embed="rId2">
            <a:alphaModFix/>
          </a:blip>
          <a:srcRect/>
          <a:stretch>
            <a:fillRect/>
          </a:stretch>
        </p:blipFill>
        <p:spPr>
          <a:xfrm>
            <a:off x="0" y="1390"/>
            <a:ext cx="12192000" cy="685522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图片"/>
          <p:cNvPicPr>
            <a:picLocks noChangeAspect="1"/>
          </p:cNvPicPr>
          <p:nvPr/>
        </p:nvPicPr>
        <p:blipFill>
          <a:blip r:embed="rId2">
            <a:alphaModFix/>
          </a:blip>
          <a:srcRect/>
          <a:stretch>
            <a:fillRect/>
          </a:stretch>
        </p:blipFill>
        <p:spPr>
          <a:xfrm>
            <a:off x="0" y="1390"/>
            <a:ext cx="12192000" cy="685522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图片"/>
          <p:cNvPicPr>
            <a:picLocks noChangeAspect="1"/>
          </p:cNvPicPr>
          <p:nvPr/>
        </p:nvPicPr>
        <p:blipFill>
          <a:blip r:embed="rId2">
            <a:alphaModFix/>
          </a:blip>
          <a:srcRect/>
          <a:stretch>
            <a:fillRect/>
          </a:stretch>
        </p:blipFill>
        <p:spPr>
          <a:xfrm>
            <a:off x="0" y="1390"/>
            <a:ext cx="12192000" cy="685522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7D626A8A-50B8-67C8-84F4-2215BDCF3AD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94157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9440819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主题​​">
  <a:themeElements>
    <a:clrScheme name="Office">
      <a:dk1>
        <a:srgbClr val="000000"/>
      </a:dk1>
      <a:lt1>
        <a:srgbClr val="FFFFFF"/>
      </a:lt1>
      <a:dk2>
        <a:srgbClr val="4A66AC"/>
      </a:dk2>
      <a:lt2>
        <a:srgbClr val="E0EBF6"/>
      </a:lt2>
      <a:accent1>
        <a:srgbClr val="0068BF"/>
      </a:accent1>
      <a:accent2>
        <a:srgbClr val="89C700"/>
      </a:accent2>
      <a:accent3>
        <a:srgbClr val="0884E3"/>
      </a:accent3>
      <a:accent4>
        <a:srgbClr val="FEA029"/>
      </a:accent4>
      <a:accent5>
        <a:srgbClr val="F07F79"/>
      </a:accent5>
      <a:accent6>
        <a:srgbClr val="95E1C1"/>
      </a:accent6>
      <a:hlink>
        <a:srgbClr val="000000"/>
      </a:hlink>
      <a:folHlink>
        <a:srgbClr val="000000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Widescreen</PresentationFormat>
  <Paragraphs>0</Paragraphs>
  <Slides>9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1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1" baseType="lpstr">
      <vt:lpstr>Arial</vt:lpstr>
      <vt:lpstr>Office 主题​​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cp:lastModifiedBy>Chiranjeev Sunamudi</cp:lastModifiedBy>
  <cp:revision>1</cp:revision>
  <dcterms:modified xsi:type="dcterms:W3CDTF">2026-03-31T16:24:11Z</dcterms:modified>
</cp:coreProperties>
</file>